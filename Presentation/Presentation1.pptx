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64748B"/>
                </a:solidFill>
                <a:latin typeface="Arial"/>
              </a:rPr>
              <a:t>R² Score Comparison 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E497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935-4527-861D-FC756D0E247C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35-4527-861D-FC756D0E247C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35-4527-861D-FC756D0E247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-0.02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935-4527-861D-FC756D0E247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-0.19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935-4527-861D-FC756D0E247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-0.57</a:t>
                    </a:r>
                    <a:fld id="{3CD4E252-990D-49C5-A722-0125C1935A3D}" type="VALUE">
                      <a:rPr lang="en-US" smtClean="0"/>
                      <a:pPr/>
                      <a:t>[VALUE]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935-4527-861D-FC756D0E247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E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-0.02</c:v>
                </c:pt>
                <c:pt idx="1">
                  <c:v>-0.19</c:v>
                </c:pt>
                <c:pt idx="2">
                  <c:v>-0.56999999999999995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35-4527-861D-FC756D0E24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F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812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Tell the audience this is a machine learning project to predict student final 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this problem matters. Teachers can intervene early if they know who is at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objective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Kaggle. 1000 rows, 12 columns originally. We dropped StudentID and Name as they are not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phase briefly. We followed the complete ML lifecycle for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is very important. Bad data gives bad results. Explain each step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actual plots from your notebook here. Replace the text cards with screenshots of your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we chose regression and not classification. FinalGrade is a number not a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actual values from your notebook. Explain that higher R2 is better and lower RMSE is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live demo here. Enter different values and show how the prediction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was achieved. Keep it confident and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things you can improve in the future. Shows you understand the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confidence. Be ready to explain any part of your code or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4976">
              <a:alpha val="40000"/>
            </a:srgbClr>
          </a:solidFill>
          <a:ln w="12700">
            <a:solidFill>
              <a:srgbClr val="1E497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AIML Summer Internship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Final Grades using Machine Learning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804672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IIHMF, MNNIT Allahabad, Prayagraj  |  June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by: Sanskar Kumar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often cannot identify struggling students until it is too late.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early warning system exists to predict which students are at risk.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assessment is time-consuming and inconsistent.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Our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Machine Learning model that predicts a student's Final Grade based on attendance, study habits, parental support and past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7043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&amp; preprocess student performance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22677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Exploratory Data Analysis (EDA)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33649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3649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train 3 ML models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73168" y="117043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1704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models using MAE, RMSE and R² Score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22677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2677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best model as a Streamlit web app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E4976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E4976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058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0" y="1572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Used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9601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E4976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058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1572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48840"/>
          <a:ext cx="8412480" cy="1920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AttendanceRate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ParentalSupport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StudyHoursPerWeek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Classes Taken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Boolean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PreviousGrade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ExtracurricularActivities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FinalGrade (Target)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ML Lifecycle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115568"/>
            <a:ext cx="594360" cy="594360"/>
          </a:xfrm>
          <a:prstGeom prst="ellipse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1755648"/>
            <a:ext cx="228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058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1115568"/>
            <a:ext cx="594360" cy="594360"/>
          </a:xfrm>
          <a:prstGeom prst="ellipse">
            <a:avLst/>
          </a:prstGeom>
          <a:solidFill>
            <a:srgbClr val="1E6E9A"/>
          </a:solidFill>
          <a:ln w="12700">
            <a:solidFill>
              <a:srgbClr val="1E6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1783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755648"/>
            <a:ext cx="228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0058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85232" y="1115568"/>
            <a:ext cx="594360" cy="594360"/>
          </a:xfrm>
          <a:prstGeom prst="ellipse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1783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1755648"/>
            <a:ext cx="228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0058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34072" y="1115568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1783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7552" y="3035808"/>
            <a:ext cx="594360" cy="594360"/>
          </a:xfrm>
          <a:prstGeom prst="ellipse">
            <a:avLst/>
          </a:prstGeom>
          <a:solidFill>
            <a:srgbClr val="1E7A6A"/>
          </a:solidFill>
          <a:ln w="12700">
            <a:solidFill>
              <a:srgbClr val="1E7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035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" y="3703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40280" y="3675888"/>
            <a:ext cx="228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29260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36392" y="3035808"/>
            <a:ext cx="594360" cy="594360"/>
          </a:xfrm>
          <a:prstGeom prst="ellipse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36392" y="3035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60320" y="3703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0" y="3675888"/>
            <a:ext cx="228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9260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85232" y="3035808"/>
            <a:ext cx="594360" cy="594360"/>
          </a:xfrm>
          <a:prstGeom prst="ellipse">
            <a:avLst/>
          </a:prstGeom>
          <a:solidFill>
            <a:srgbClr val="1E6E9A"/>
          </a:solidFill>
          <a:ln w="12700">
            <a:solidFill>
              <a:srgbClr val="1E6E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3035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09160" y="3703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37960" y="3675888"/>
            <a:ext cx="228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29260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34072" y="3035808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34072" y="3035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58000" y="3703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78992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Columns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0515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StudentID, Name (irrelevant) and duplicate columns Study Hours and Attendance (%)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F5F9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883664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8562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18562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numerical columns with Median and categorical columns with Mode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688336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6090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Invalid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266090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StudyHoursPerWeek had value -5 and AttendanceRate had value 200 — both fixed using clip()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F5F9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493008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46557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Encoding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346557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encoded as Male=1 Female=0.  ParentalSupport mapped as Low=0 Medium=1 High=2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29768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2702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Encoding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08960" y="427024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Classes Taken converted from True/False to 1/0 using astype(int)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(EDA)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9728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Histogram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including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FinalGrade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9728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15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Scatter Plot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StudyHours vs Grade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vs Grade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(positive trend found)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10896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27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Boxplot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invalid values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 in StudyHours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in Attendance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310896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127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Heatmap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PreviousGrade had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correlation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FinalGrade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9728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model that finds a straight line relationship between features and target. Good baseline model.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972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22402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many decision trees and combines their results. Handles non-linear data and outliers well.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09728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972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that builds trees one by one. Each tree fixes errors of previous. Very powerful on tabular data.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models are Regression models since FinalGrade is a continuous number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Model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396366"/>
              </p:ext>
            </p:extLst>
          </p:nvPr>
        </p:nvGraphicFramePr>
        <p:xfrm>
          <a:off x="365760" y="960120"/>
          <a:ext cx="8412480" cy="191109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Score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8.06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9.57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-0.02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8.66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10.33</a:t>
                      </a: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-0.19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9.71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11.87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4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-0.57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074258098"/>
              </p:ext>
            </p:extLst>
          </p:nvPr>
        </p:nvGraphicFramePr>
        <p:xfrm>
          <a:off x="365760" y="3246120"/>
          <a:ext cx="8412480" cy="1740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34057" y="1280160"/>
            <a:ext cx="6475886" cy="3383280"/>
          </a:xfrm>
          <a:prstGeom prst="roundRect">
            <a:avLst>
              <a:gd name="adj" fmla="val 3243"/>
            </a:avLst>
          </a:prstGeom>
          <a:solidFill>
            <a:srgbClr val="162A3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A7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Streamlit app screenshot here 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student details  →  Model predicts Final Grade  →  Result shown with performance band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A0AC23-D79A-F87F-7C69-4620E614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234" y="1334064"/>
            <a:ext cx="6269531" cy="32754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built a Student Performance Prediction System using ML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73936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0FAF7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653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86537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Followed complete ML lifecycle from data collection to deployment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6334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63347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and compared 3 models — Linear Regression, Random Forest, XGBoost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0FAF7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401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40156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gave the best R² Score and lowest RMSE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4078224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1696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16966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as a live Streamlit web app — ready to use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05156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more data from multiple schools and colleges for better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84248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121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207568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deep learning models like Neural Networks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08376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145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309981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the app on Streamlit Cloud for free public access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10515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teacher dashboard to monitor student performance over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984248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121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07568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classification version to predict grade categories A B C D F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E4976">
              <a:alpha val="45000"/>
            </a:srgbClr>
          </a:solidFill>
          <a:ln w="12700">
            <a:solidFill>
              <a:srgbClr val="1E497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00A896">
              <a:alpha val="35000"/>
            </a:srgbClr>
          </a:solidFill>
          <a:ln w="12700">
            <a:solidFill>
              <a:srgbClr val="00A896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3154680"/>
            <a:ext cx="4572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AIML Summer Internship 2026  |  IIHMF, MNNIT Allahabad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https://github.com/sanskarkumar333222-dot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Sanskar model 1</Template>
  <TotalTime>65</TotalTime>
  <Words>840</Words>
  <Application>Microsoft Office PowerPoint</Application>
  <PresentationFormat>On-screen Show (16:9)</PresentationFormat>
  <Paragraphs>192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Sanskar Kumar</dc:creator>
  <cp:lastModifiedBy>Sanskar Kumar</cp:lastModifiedBy>
  <cp:revision>2</cp:revision>
  <dcterms:created xsi:type="dcterms:W3CDTF">2026-06-16T09:31:15Z</dcterms:created>
  <dcterms:modified xsi:type="dcterms:W3CDTF">2026-06-21T08:43:05Z</dcterms:modified>
</cp:coreProperties>
</file>