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59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64748B"/>
                </a:solidFill>
                <a:latin typeface="Arial"/>
              </a:rPr>
              <a:t>R² Score Comparison (update with your actual values)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spPr>
            <a:solidFill>
              <a:srgbClr val="1E497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935-4527-861D-FC756D0E247C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935-4527-861D-FC756D0E247C}"/>
              </c:ext>
            </c:extLst>
          </c:dPt>
          <c:dPt>
            <c:idx val="2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935-4527-861D-FC756D0E247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2E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</c:v>
                </c:pt>
                <c:pt idx="1">
                  <c:v>0.91</c:v>
                </c:pt>
                <c:pt idx="2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935-4527-861D-FC756D0E247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0DF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0F7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8812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yourself. Tell the audience this is a machine learning project to predict student final 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this problem matters. Teachers can intervene early if they know who is at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objective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Kaggle. 1000 rows, 12 columns originally. We dropped StudentID and Name as they are not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phase briefly. We followed the complete ML lifecycle for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Preprocessing is very important. Bad data gives bad results. Explain each step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actual plots from your notebook here. Replace the text cards with screenshots of your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we chose regression and not classification. FinalGrade is a number not a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actual values from your notebook. Explain that higher R2 is better and lower RMSE is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live demo here. Enter different values and show how the prediction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what was achieved. Keep it confident and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things you can improve in the future. Shows you understand the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confidence. Be ready to explain any part of your code or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1E4976">
              <a:alpha val="40000"/>
            </a:srgbClr>
          </a:solidFill>
          <a:ln w="12700">
            <a:solidFill>
              <a:srgbClr val="1E4976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00A896">
              <a:alpha val="30000"/>
            </a:srgbClr>
          </a:solidFill>
          <a:ln w="12700">
            <a:solidFill>
              <a:srgbClr val="00A896">
                <a:alpha val="3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AIML Summer Internship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Performance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System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8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Final Grades using Machine Learning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804672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IIHMF, MNNIT Allahabad, Prayagraj  |  June 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by: Sanskar Kumar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 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Teachers often cannot identify struggling students until it is too late.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early warning system exists to predict which students are at risk.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assessment is time-consuming and inconsistent.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Our Solution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Machine Learning model that predicts a student's Final Grade based on attendance, study habits, parental support and past performance.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" y="117043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1704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&amp; preprocess student performance data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" y="226771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267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2677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 Exploratory Data Analysis (EDA)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320040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" y="336499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364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train 3 ML models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058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73168" y="117043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1704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models using MAE, RMSE and R² Score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210312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73168" y="226771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2267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22677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best model as a Streamlit web app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Description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E4976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0584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1572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9601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E4976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00584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0" y="1572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Used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96012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1E4976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00584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035040" y="1572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Variable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48840"/>
          <a:ext cx="8412480" cy="19202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AttendanceRate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ParentalSupport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Categorical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StudyHoursPerWeek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Classes Taken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PreviousGrade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Categorical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ExtracurricularActivities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FinalGrade (Target)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Numeric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— ML Lifecycle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115568"/>
            <a:ext cx="594360" cy="594360"/>
          </a:xfrm>
          <a:prstGeom prst="ellipse">
            <a:avLst/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1155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17830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40280" y="175564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00584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1115568"/>
            <a:ext cx="594360" cy="594360"/>
          </a:xfrm>
          <a:prstGeom prst="ellipse">
            <a:avLst/>
          </a:prstGeom>
          <a:solidFill>
            <a:srgbClr val="1E6E9A"/>
          </a:solidFill>
          <a:ln w="12700">
            <a:solidFill>
              <a:srgbClr val="1E6E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36392" y="11155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17830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75564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100584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85232" y="1115568"/>
            <a:ext cx="594360" cy="594360"/>
          </a:xfrm>
          <a:prstGeom prst="ellipse">
            <a:avLst/>
          </a:prstGeom>
          <a:solidFill>
            <a:srgbClr val="1A8A7A"/>
          </a:solidFill>
          <a:ln w="12700">
            <a:solidFill>
              <a:srgbClr val="1A8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85232" y="11155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09160" y="17830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175564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100584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34072" y="1115568"/>
            <a:ext cx="594360" cy="5943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34072" y="11155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0" y="17830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292608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87552" y="3035808"/>
            <a:ext cx="594360" cy="594360"/>
          </a:xfrm>
          <a:prstGeom prst="ellipse">
            <a:avLst/>
          </a:prstGeom>
          <a:solidFill>
            <a:srgbClr val="1E7A6A"/>
          </a:solidFill>
          <a:ln w="12700">
            <a:solidFill>
              <a:srgbClr val="1E7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3035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11480" y="37033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240280" y="367588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68880" y="292608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36392" y="3035808"/>
            <a:ext cx="594360" cy="594360"/>
          </a:xfrm>
          <a:prstGeom prst="ellipse">
            <a:avLst/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36392" y="3035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2560320" y="37033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89120" y="367588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292608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85232" y="3035808"/>
            <a:ext cx="594360" cy="594360"/>
          </a:xfrm>
          <a:prstGeom prst="ellipse">
            <a:avLst/>
          </a:prstGeom>
          <a:solidFill>
            <a:srgbClr val="1E6E9A"/>
          </a:solidFill>
          <a:ln w="12700">
            <a:solidFill>
              <a:srgbClr val="1E6E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3035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09160" y="37033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537960" y="3675888"/>
            <a:ext cx="22860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0" y="292608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434072" y="3035808"/>
            <a:ext cx="594360" cy="5943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34072" y="30358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858000" y="37033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Preprocessing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84124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78992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78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10515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Dropped Columns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0" y="10515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 StudentID, Name (irrelevant) and duplicate columns Study Hours and Attendance (%)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64792"/>
            <a:ext cx="8412480" cy="713232"/>
          </a:xfrm>
          <a:prstGeom prst="roundRect">
            <a:avLst>
              <a:gd name="adj" fmla="val 15385"/>
            </a:avLst>
          </a:prstGeom>
          <a:solidFill>
            <a:srgbClr val="F5F9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1883664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83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185623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Values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185623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numerical columns with Median and categorical columns with Mode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569464"/>
            <a:ext cx="84124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2688336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266090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Invalid Data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26609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StudyHoursPerWeek had value -5 and AttendanceRate had value 200 — both fixed using clip()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74136"/>
            <a:ext cx="8412480" cy="713232"/>
          </a:xfrm>
          <a:prstGeom prst="roundRect">
            <a:avLst>
              <a:gd name="adj" fmla="val 15385"/>
            </a:avLst>
          </a:prstGeom>
          <a:solidFill>
            <a:srgbClr val="F5F9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493008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493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46557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Encoding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108960" y="3465576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Gender encoded as Male=1 Female=0.  ParentalSupport mapped as Low=0 Medium=1 High=2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178808"/>
            <a:ext cx="84124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429768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" y="427024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 Encoding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08960" y="4270248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Classes Taken converted from True/False to 1/0 using astype(int)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Data Analysis (EDA)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97280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1556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Histogram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of 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including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FinalGrade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92040" y="1097280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11556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Scatter Plot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StudyHours vs Grade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vs Grade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(positive trend found)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108960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12724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Boxplot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Detected invalid values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 in StudyHours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in Attendance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297180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92040" y="3108960"/>
            <a:ext cx="3840480" cy="457200"/>
          </a:xfrm>
          <a:prstGeom prst="roundRect">
            <a:avLst>
              <a:gd name="adj" fmla="val 12000"/>
            </a:avLst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312724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Heatmap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365760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PreviousGrade had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correlation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FinalGrade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Models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2697480" cy="374904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97280"/>
            <a:ext cx="2423160" cy="1005840"/>
          </a:xfrm>
          <a:prstGeom prst="roundRect">
            <a:avLst>
              <a:gd name="adj" fmla="val 9091"/>
            </a:avLst>
          </a:prstGeom>
          <a:solidFill>
            <a:srgbClr val="1E4976"/>
          </a:solidFill>
          <a:ln w="12700">
            <a:solidFill>
              <a:srgbClr val="1E49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97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4028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model that finds a straight line relationship between features and target. Good baseline model.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374904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83280" y="1097280"/>
            <a:ext cx="2423160" cy="1005840"/>
          </a:xfrm>
          <a:prstGeom prst="roundRect">
            <a:avLst>
              <a:gd name="adj" fmla="val 9091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097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many decision trees and combines their results. Handles non-linear data and outliers well.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697480" cy="374904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097280"/>
            <a:ext cx="2423160" cy="1005840"/>
          </a:xfrm>
          <a:prstGeom prst="roundRect">
            <a:avLst>
              <a:gd name="adj" fmla="val 9091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097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240280"/>
            <a:ext cx="2377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 that builds trees one by one. Each tree fixes errors of previous. Very powerful on tabular data.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 models are Regression models since FinalGrade is a continuous number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&amp; Model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1944624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9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Linear Regression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 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2E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Fill from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Chart 0"/>
          <p:cNvGraphicFramePr/>
          <p:nvPr/>
        </p:nvGraphicFramePr>
        <p:xfrm>
          <a:off x="365760" y="3246120"/>
          <a:ext cx="841248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Web Application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34057" y="1280160"/>
            <a:ext cx="6475886" cy="3383280"/>
          </a:xfrm>
          <a:prstGeom prst="roundRect">
            <a:avLst>
              <a:gd name="adj" fmla="val 3243"/>
            </a:avLst>
          </a:prstGeom>
          <a:solidFill>
            <a:srgbClr val="162A3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4A7A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Paste your Streamlit app screenshot here 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enters student details  →  Model predicts Final Grade  →  Result shown with performance band</a:t>
            </a:r>
            <a:endParaRPr lang="en-US" sz="13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A0AC23-D79A-F87F-7C69-4620E614E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234" y="1334064"/>
            <a:ext cx="6269531" cy="32754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972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09728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Successfully built a Student Performance Prediction System using ML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73936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F0FAF7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86537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1865376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Followed complete ML lifecycle from data collection to deployment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63347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2633472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and compared 3 models — Linear Regression, Random Forest, XGBoost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F0FAF7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40156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3401568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gave the best R² Score and lowest RMSE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4078224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16966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4169664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as a live Streamlit web app — ready to use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49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3000" y="1051560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more data from multiple schools and colleges for better accuracy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84248"/>
            <a:ext cx="4023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21214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43000" y="207568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deep learning models like Neural Networks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008376"/>
            <a:ext cx="4023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31455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43000" y="3099816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app on Streamlit Cloud for free public access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114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060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40680" y="105156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teacher dashboard to monitor student performance over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984248"/>
            <a:ext cx="41148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0DF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00600" y="21214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🏷️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207568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classification version to predict grade categories A B C D F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1E4976">
              <a:alpha val="45000"/>
            </a:srgbClr>
          </a:solidFill>
          <a:ln w="12700">
            <a:solidFill>
              <a:srgbClr val="1E4976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200400"/>
            <a:ext cx="2560320" cy="2560320"/>
          </a:xfrm>
          <a:prstGeom prst="ellipse">
            <a:avLst/>
          </a:prstGeom>
          <a:solidFill>
            <a:srgbClr val="00A896">
              <a:alpha val="35000"/>
            </a:srgbClr>
          </a:solidFill>
          <a:ln w="12700">
            <a:solidFill>
              <a:srgbClr val="00A896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Answers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3154680"/>
            <a:ext cx="45720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AIML Summer Internship 2026  |  IIHMF, MNNIT Allahabad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[your github link here]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Sanskar model 1</Template>
  <TotalTime>1</TotalTime>
  <Words>856</Words>
  <Application>Microsoft Office PowerPoint</Application>
  <PresentationFormat>On-screen Show (16:9)</PresentationFormat>
  <Paragraphs>189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Sanskar Kumar</dc:creator>
  <cp:lastModifiedBy>Sanskar Kumar</cp:lastModifiedBy>
  <cp:revision>1</cp:revision>
  <dcterms:created xsi:type="dcterms:W3CDTF">2026-06-16T09:31:15Z</dcterms:created>
  <dcterms:modified xsi:type="dcterms:W3CDTF">2026-06-16T09:32:36Z</dcterms:modified>
</cp:coreProperties>
</file>